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ЛАБОРАТОРНАЯ РАБОТА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Агент на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86FC"/>
                </a:solidFill>
                <a:latin typeface="Calibri"/>
              </a:defRPr>
            </a:pPr>
            <a:r>
              <a:t>Python 3.12 · LangChain ≥ 0.3 · A2A SDK · LiteLLM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Цель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Создать агента на базе LangChain — одного из самых популярных фреймворков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Интеграция MCP-инструментов как LangChain Tools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Развёртывание через A2A-протокол в AI Agents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Streaming-ответы и OpenInference-телеметрия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AgentExecutor и цикл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ReAct = Reason + Act: модель рассуждает → выбирает инструмент → наблюдает результат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create_openai_tools_agent связывает модель, инструменты и промпт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AgentExecutor выполняет цикл с max_iterations (защита от зацикливания)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handle_parsing_errors=True — не падает при неверном формате ответа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MCP → LangChain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60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def create_mcp_tool(mcp_url, tool_name, tool_desc):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def mcp_tool_func(input_text):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async def async_call():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async with httpx.AsyncClient(timeout=30) as client: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resp = await client.post(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    f"{mcp_url}/tools/{tool_name}/invoke",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    json={"input": input_text})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return str(resp.json().get("content", resp.json()))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return asyncio.run(async_call())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return Tool(name=tool_name,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description=tool_desc,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    func=mcp_tool_func)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и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Локально: MCP_URL=http://localhost:8000/sse PORT=10003 LLM_API_KEY=dummy uv run python src/start_a2a.py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Docker: docker compose --profile lab3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хоста: 8003 (внутренний: 10000)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Card: curl http://localhost:8003/.well-known/agent-card.json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Телеметрия: ENABLE_PHOENIX=true → Phoenix UI для трейсов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Сборка образа: docker build -t lab3-langchain-agent .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Запуск: docker run -p 8003:10000 с переменными окружения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LLM_API_BASE указывается С суффиксом /v1 (ChatOpenAI)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Через Compose (из корня репозитория):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 compose -f docker-compose.local.yaml --profile lab3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 8003 → внутренний 10000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Сборка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build -t lab3-langchain-agent .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Запуск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run --rm -p 8003:10000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MCP_URL=http://host.docker.internal:8000/mcp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LLM_API_BASE=http://host.docker.internal:11434/v1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LLM_MODEL=llama3.2:3b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LLM_API_KEY=dummy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--add-host=host.docker.internal:host-gateway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lab3-langchain-agent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Или через Compose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--profile lab3 up -d --build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на хосте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Установить Ollama: https://ollama.com/download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Запустить сервис: ollama serve (слушает 127.0.0.1:11434)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Скачать модель: ollama pull llama3.2:3b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4. Проверить: ollama list / curl http://localhost:11434/api/tags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 в контейнере: LLM_API_BASE=http://host.docker.internal:11434/v1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Формат модели (ChatOpenAI): llama3.2:3b — БЕЗ префикса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Установить Ollama (Windows/macOS/Linux)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https://ollama.com/download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Запустить сервис (в отдельном терминале)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serve            # 127.0.0.1:11434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Скачать модель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4.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3): LLM_API_BASE=http://host.docker.internal:11434/v1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Изоляция: своя Ollama и модели в отдельном volume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Поднять контейнер: docker compose ... up -d ollama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Скачать модель ВНУТРЬ контейнера (volume пустой)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Проверить: docker exec -it pis-ollama ollama list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Агенты в сети pis-net: http://pis-ollama:11434/v1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⚠️ Порт 11434 конфликтует с хостовой Ollama — остановите её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38404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Поднять Ollama в контейнере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up -d ollama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Скачать модель внутрь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3): LLM_API_BASE=http://pis-ollama:11434/v1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GUI-интерфейс (единый для всех лаб)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MCP-сервер (лаб. 1) и LangChain-агент (лаб. 3)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GUI: python gui/server.py → http://localhost:8090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Вкладка Lab 3 — LangChain: чат с агентом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Ввести сообщение → агент вызывает MCP-инструменты → потоковый ответ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 загружается автоматически при открытии вкладки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Отличия от Google ADK (лаб.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Фреймворк: LangChain вместо Google ADK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Инструменты: явное преобразование MCP → Tool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Streaming: astream вместо run_async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История: хранение в памяти вместо SessionService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Формат модели: llama3.2:3b БЕЗ префикса (ChatOpenAI)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Calibri"/>
              </a:defRPr>
            </a:pPr>
            <a:r>
              <a:t>СЕКЦИЯ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Критерии приёмки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AgentExecutor построен, инструменты из MCP_URL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Агент вызывает MCP-инструменты и отвечает корректно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Streaming через A2A работает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Трейсы видны в Phoenix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Второй инструмент добавлен, маршрутизация продемонстрирована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Образ развёрнут в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3: Агент на LangChain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86FC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