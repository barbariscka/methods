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100"/>
                </a:solidFill>
                <a:latin typeface="Calibri"/>
              </a:defRPr>
            </a:pPr>
            <a:r>
              <a:t>ЛАБОРАТОРНАЯ РАБОТА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Агент на SmolAgents (Code Agent)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EC5"/>
                </a:solidFill>
                <a:latin typeface="Calibri"/>
              </a:defRPr>
            </a:pPr>
            <a:r>
              <a:t>Лабораторная работа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9100"/>
                </a:solidFill>
                <a:latin typeface="Calibri"/>
              </a:defRPr>
            </a:pPr>
            <a:r>
              <a:t>Python 3.12 · SmolAgents · A2A SDK · LiteLLM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100"/>
                </a:solidFill>
                <a:latin typeface="Calibri"/>
              </a:defRPr>
            </a:pPr>
            <a:r>
              <a:t>СЕКЦИЯ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Цель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Создать лёгковесного Code Agent на SmolAgents (Hugging Face)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Подключить к A2A-протоколу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Сравнить с LangChain (лаб. 3): число шагов, вызовов LLM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Оценить эффективность и простоту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100"/>
                </a:solidFill>
                <a:latin typeface="Calibri"/>
              </a:defRPr>
            </a:pPr>
            <a:r>
              <a:t>СЕКЦИЯ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Code Agent vs Tool Calling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Tool Calling: выбирает инструмент → передаёт аргументы → много шагов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Code Agent: пишет Python-код → исполняет → мало шагов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Code Agent сокращает вызовы LLM на ~30 %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Гибкость: практически любая вычислительная задача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Расход токенов: ниже за счёт объединения шагов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100"/>
                </a:solidFill>
                <a:latin typeface="Calibri"/>
              </a:defRPr>
            </a:pPr>
            <a:r>
              <a:t>СЕКЦИЯ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Code Agent: определение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5760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3017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from smolagents import CodeAgent, Tool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def create_smolagents_agent(mcp_urls=None):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def llm_call(messages, **kwargs):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response = completion(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    model=os.getenv("LLM_MODEL"),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    messages=messages,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    api_base=os.getenv("LLM_API_BASE"),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    api_key=os.getenv("LLM_API_KEY"))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return response.choices[0].message.content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tools = get_mcp_tools(mcp_urls)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agent = CodeAgent(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tools=tools,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llm=llm_call,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system_prompt=os.getenv("AGENT_SYSTEM_PROMPT"),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    max_iterations=15)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  return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100"/>
                </a:solidFill>
                <a:latin typeface="Calibri"/>
              </a:defRPr>
            </a:pPr>
            <a:r>
              <a:t>СЕКЦИЯ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Запуск и 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Локально: LLM_API_KEY=dummy uv run python src/start_a2a.py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Docker: docker compose --profile lab4 up -d --build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Порт хоста: 8004 (внутренний: 10000)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Agent Card: curl http://localhost:8004/.well-known/agent-card.json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Задачи: «посчитай 17-е простое число», «факториал 10»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⚠️ Intel Mac: uv sync может упасть (torch) → используйте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100"/>
                </a:solidFill>
                <a:latin typeface="Calibri"/>
              </a:defRPr>
            </a:pPr>
            <a:r>
              <a:t>СЕКЦИЯ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Запуск в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Сборка образа: docker build -t lab4-smolagents-agent .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Запуск: docker run -p 8004:10000 с переменными окружения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LLM_API_BASE указывается БЕЗ суффикса /v1 (LiteLLM)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Через Compose (из корня репозитория):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docker compose -f docker-compose.local.yaml --profile lab4 up -d --build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Порт хоста 8004 → внутренний 10000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4800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Сборка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build -t lab4-smolagents-agent .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Запуск контейнера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run --rm -p 8004:10000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MCP_URL=http://host.docker.internal:8000/mcp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LLM_API_BASE=http://host.docker.internal:11434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LLM_MODEL=ollama_chat/llama3.2:3b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-e LLM_API_KEY=dummy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--add-host=host.docker.internal:host-gateway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lab4-smolagents-agent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Или через Compose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compose -f docker-compose.local.yaml \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  --profile lab4 up -d --build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100"/>
                </a:solidFill>
                <a:latin typeface="Calibri"/>
              </a:defRPr>
            </a:pPr>
            <a:r>
              <a:t>СЕКЦИЯ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Развёртывание Ollama на хосте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1. Установить Ollama: https://ollama.com/download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2. Запустить сервис: ollama serve (слушает 127.0.0.1:11434)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3. Скачать модель: ollama pull llama3.2:3b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4. Проверить: ollama list / curl http://localhost:11434/api/tags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Агент в контейнере: LLM_API_BASE=http://host.docker.internal:11434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Формат модели (LiteLLM): ollama_chat/llama3.2:3b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4800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1. Установить Ollama (Windows/macOS/Linux)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   https://ollama.com/download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2. Запустить сервис (в отдельном терминале)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serve            # 127.0.0.1:11434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3. Скачать модель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pull llama3.2:3b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4. Проверить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ollama list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curl http://localhost:11434/api/tags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Агент (лаб. 4): LLM_API_BASE=http://host.docker.internal:11434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                LLM_MODEL=ollama_chat/llama3.2:3b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100"/>
                </a:solidFill>
                <a:latin typeface="Calibri"/>
              </a:defRPr>
            </a:pPr>
            <a:r>
              <a:t>СЕКЦИЯ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Развёртывание Ollama в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Изоляция: своя Ollama и модели в отдельном volume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1. Поднять контейнер: docker compose ... up -d ollama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2. Скачать модель ВНУТРЬ контейнера (volume пустой)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3. Проверить: docker exec -it pis-ollama ollama list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Агенты в сети pis-net: http://pis-ollama:11434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⚠️ Порт 11434 конфликтует с хостовой Ollama — остановите её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371600"/>
            <a:ext cx="3200400" cy="384047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1732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1. Поднять Ollama в контейнере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compose -f docker-compose.local.yaml up -d ollama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2. Скачать модель внутрь контейнера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exec -it pis-ollama ollama pull llama3.2:3b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3. Проверить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docker exec -it pis-ollama ollama list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curl http://localhost:11434/api/tags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Агент (лаб. 4): LLM_API_BASE=http://pis-ollama:11434</a:t>
            </a:r>
          </a:p>
          <a:p>
            <a:pPr>
              <a:spcAft>
                <a:spcPts val="100"/>
              </a:spcAft>
              <a:defRPr sz="900">
                <a:solidFill>
                  <a:srgbClr val="00E676"/>
                </a:solidFill>
                <a:latin typeface="Consolas"/>
              </a:defRPr>
            </a:pPr>
            <a:r>
              <a:t>#                 LLM_MODEL=ollama_chat/llama3.2:3b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100"/>
                </a:solidFill>
                <a:latin typeface="Calibri"/>
              </a:defRPr>
            </a:pPr>
            <a:r>
              <a:t>СЕКЦИЯ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GUI-интерфейс (единый для всех лаб)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Запустить MCP-сервер (лаб. 1) и Smolagents-агент (лаб. 4)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Запустить GUI: python gui/server.py → http://localhost:8090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Вкладка Lab 4 — SmolAgents: чат с агентом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Ввести сообщение → агент пишет и выполняет Python-код → возвращает результат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Agent Card загружается автоматически при открытии вкладки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100"/>
                </a:solidFill>
                <a:latin typeface="Calibri"/>
              </a:defRPr>
            </a:pPr>
            <a:r>
              <a:t>СЕКЦИЯ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Сравнение: LangChain vs SmolAgents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LangChain: AgentExecutor, ReAct-цикл, verbose=True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SmolAgents: CodeAgent, генерация и исполнение кода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SmolAgents: меньше шагов, меньше вызовов LLM (~30 %)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SmolAgents: проще API, меньше зависимостей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LangChain: более зрелый фреймворк, больше интеграций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100"/>
                </a:solidFill>
                <a:latin typeface="Calibri"/>
              </a:defRPr>
            </a:pPr>
            <a:r>
              <a:t>СЕКЦИЯ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Критерии приёмки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CodeAgent создан, модель через LiteLLM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Агент решает задачи на генерацию и исполнение кода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Число шагов/вызовов LLM сравнено с лаб. 3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Собственный @tool добавлен и вызывается</a:t>
            </a:r>
          </a:p>
          <a:p>
            <a:pPr>
              <a:spcAft>
                <a:spcPts val="4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✅ Образ развёрнут в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EC5"/>
                </a:solidFill>
                <a:latin typeface="Calibri"/>
              </a:defRPr>
            </a:pPr>
            <a:r>
              <a:t>Лабораторная работа 4: Агент на SmolAgents (Code Agent)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100"/>
                </a:solidFill>
                <a:latin typeface="Calibri"/>
              </a:defRPr>
            </a:pPr>
            <a:r>
              <a:t>Вопросы?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9144000" cy="73152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