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ЛАБОРАТОРНАЯ РАБОТА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MCP-сервер финансовых расчётов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EC5"/>
                </a:solidFill>
                <a:latin typeface="Calibri"/>
              </a:defRPr>
            </a:pPr>
            <a:r>
              <a:t>Лабораторная работа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FF"/>
                </a:solidFill>
                <a:latin typeface="Calibri"/>
              </a:defRPr>
            </a:pPr>
            <a:r>
              <a:t>Python 3.12 · FastMCP · Docker · uv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9144000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Calibri"/>
              </a:defRPr>
            </a:pPr>
            <a:r>
              <a:t>СЕКЦИЯ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Цель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Освоить разработку MCP-сервисов на Python с FastMCP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Описание инструментов для AI-агента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Валидация входных данных, тестирование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Контейнеризация и развёртывание в 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Calibri"/>
              </a:defRPr>
            </a:pPr>
            <a:r>
              <a:t>СЕКЦИЯ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Что такое MCP-сервер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MCP — Model Context Protocol: протокол «агент ↔ инструменты»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Сервис предоставляет набор инструментов (tools)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FastMCP берёт на себя: транспорт, регистрацию, сериализацию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Поддержка метрик Prometheus и OpenTelemetry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Calibri"/>
              </a:defRPr>
            </a:pPr>
            <a:r>
              <a:t>СЕКЦИЯ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Инструменты сервера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loan_schedule_annuity — аннуитетный кредит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loan_schedule_differential — дифференцированный кредит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deposit_schedule_compound — вклад с капитализацией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compare_loan_schedules — сравнение схем погашения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investment_calculator — калькулятор инвестиций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Calibri"/>
              </a:defRPr>
            </a:pPr>
            <a:r>
              <a:t>СЕКЦИЯ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Запуск и проверка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Локально: uv run python src/server.py (порт 8000)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Docker: docker compose --profile lab1 up -d --build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Health: curl http://localhost:8000/health → OK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Метрики: curl http://localhost:8000/metrics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Тесты: PYTHONPATH=src uv run pytest test/ -v (18 тестов)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GUI: uv run python gui/server.py → http://localhost:8090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Calibri"/>
              </a:defRPr>
            </a:pPr>
            <a:r>
              <a:t>СЕКЦИЯ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Запуск в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Сборка образа: docker build -t lab1-mcp-finance .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Запуск: docker run --rm -p 8000:8000 lab1-mcp-finance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Через Compose (из корня репозитория):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docker compose -f docker-compose.local.yaml --profile lab1 up -d --build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Проверка: curl http://localhost:8000/health → OK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Остановка: docker compose ... --profile lab1 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0" y="1371600"/>
            <a:ext cx="3200400" cy="48006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0" y="1417320"/>
            <a:ext cx="30175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Сборка и запуск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docker build -t lab1-mcp-finance .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docker run --rm -p 8000:8000 lab1-mcp-finance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Или через Compose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docker compose -f docker-compose.local.yaml \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--profile lab1 up -d --build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Проверка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curl http://localhost:8000/health   # OK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curl http://localhost:8000/metrics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Остановка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docker compose -f docker-compose.local.yaml \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--profile lab1 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Calibri"/>
              </a:defRPr>
            </a:pPr>
            <a:r>
              <a:t>СЕКЦИЯ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Развёртывание Ollama на хосте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Лаб. 1 — MCP-сервер: LLM не нужна, сервис самодостаточен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Ollama требуется агентам лаб. 2–4 (вызов инструментов)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1. Установить Ollama: https://ollama.com/download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2. Запустить сервис: ollama serve (слушает 127.0.0.1:11434)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3. Скачать модель: ollama pull llama3.2:3b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4. Проверить: ollama list / curl http://localhost:11434/api/tags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0" y="1371600"/>
            <a:ext cx="3200400" cy="3840479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0" y="141732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1. Установить Ollama (Windows/macOS/Linux)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   https://ollama.com/download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2. Запустить сервис (в отдельном терминале)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ollama serve            # 127.0.0.1:11434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3. Скачать модель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ollama pull llama3.2:3b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4. Проверить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ollama list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curl http://localhost:11434/api/tags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Calibri"/>
              </a:defRPr>
            </a:pPr>
            <a:r>
              <a:t>СЕКЦИЯ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Развёртывание Ollama в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Изоляция: своя Ollama и модели в отдельном volume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1. Поднять контейнер: docker compose ... up -d ollama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2. Скачать модель ВНУТРЬ контейнера (volume пустой)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3. Проверить: docker exec -it pis-ollama ollama list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Агенты в сети pis-net: http://pis-ollama:11434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⚠️ Порт 11434 конфликтует с хостовой Ollama — остановите её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0" y="1371600"/>
            <a:ext cx="3200400" cy="3520439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0" y="1417320"/>
            <a:ext cx="301752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1. Поднять Ollama в контейнере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docker compose -f docker-compose.local.yaml up -d ollama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2. Скачать модель внутрь контейнера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docker exec -it pis-ollama ollama pull llama3.2:3b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3. Проверить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docker exec -it pis-ollama ollama list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curl http://localhost:11434/api/tags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Агенты в pis-net: LLM_API_BASE=http://pis-ollama:11434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Calibri"/>
              </a:defRPr>
            </a:pPr>
            <a:r>
              <a:t>СЕКЦИЯ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Структура проекта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1371600"/>
            <a:ext cx="3200400" cy="3840479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0" y="141732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lab1-mcp-finance-lab/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├── src/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│   ├── mcp_instance.py      # Единый экземпляр FastMCP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│   ├── metrics.py            # Prometheus метрики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│   ├── server.py             # Сервер, middleware, /metrics, /health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│   ├── calculations.py       # Алгоритмы расчётов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│   ├── validators.py         # Валидация входных данных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│   └── tools/                # Инструменты (@mcp.tool)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├── test/                     # Тесты (pytest)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├── gui/                      # Веб-интерфейс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├── Dockerfile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└── pyproject.toml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Calibri"/>
              </a:defRPr>
            </a:pPr>
            <a:r>
              <a:t>СЕКЦИЯ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GUI-интерфейс (единый для всех лаб)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Запустить MCP-сервер: uv run python src/server.py (порт 8000)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Запустить GUI: python gui/server.py (порт 8090)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Открыть http://localhost:8090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Вкладка Lab 1 — MCP Finance: выбрать инструмент, задать параметры, нажать Рассчитать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Результат отображается в блоке вывода под кнопкой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Поддерживаются 5 инструментов: аннуитетный, дифференцированный кредит, вклад, инвестиции, сравнение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Calibri"/>
              </a:defRPr>
            </a:pPr>
            <a:r>
              <a:t>СЕКЦИЯ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Ключевые решения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Единый экземпляр FastMCP через mcp_instance.py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Слой валидации: бизнес-ограничения (диапазоны, лимиты)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Middleware: rate limiting, timing, logging, error handling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Метрики: TOOL_CALLS, CALCULATION_ERRORS, API_CALLS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Трейсинг: OpenTelemetry spans вокруг каждого расчёта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Calibri"/>
              </a:defRPr>
            </a:pPr>
            <a:r>
              <a:t>СЕКЦИЯ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Критерии приёмки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✅ Сервер стартует на :8000, отвечает на /health и /metrics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✅ Все 5 инструментов вызываются и возвращают summary + schedule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✅ 18 исходных + ≥ 3 новых теста проходят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✅ Docker-образ собран под linux/amd64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✅ MCP-сервер развёрнут в AI Agents и подключён к агенту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СПАСИБО ЗА ВНИМАНИЕ!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EC5"/>
                </a:solidFill>
                <a:latin typeface="Calibri"/>
              </a:defRPr>
            </a:pPr>
            <a:r>
              <a:t>Лабораторная работа 1: MCP-сервер финансовых расчётов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Calibri"/>
              </a:defRPr>
            </a:pPr>
            <a:r>
              <a:t>Вопросы?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9144000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