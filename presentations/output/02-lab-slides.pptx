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76"/>
                </a:solidFill>
                <a:latin typeface="Calibri"/>
              </a:defRPr>
            </a:pPr>
            <a:r>
              <a:t>ЛАБОРАТОРНАЯ РАБОТА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Агент на Google ADK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EC5"/>
                </a:solidFill>
                <a:latin typeface="Calibri"/>
              </a:defRPr>
            </a:pPr>
            <a:r>
              <a:t>Лабораторная работа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E676"/>
                </a:solidFill>
                <a:latin typeface="Calibri"/>
              </a:defRPr>
            </a:pPr>
            <a:r>
              <a:t>Python 3.12 · Google ADK · A2A SDK · LiteLLM · Docker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9144000" cy="73152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E676"/>
                </a:solidFill>
                <a:latin typeface="Calibri"/>
              </a:defRPr>
            </a:pPr>
            <a:r>
              <a:t>СЕКЦИЯ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Цель работы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Определить агента в Google ADK (Agent Development Kit)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Обёртка в A2A-сервис (Agent-to-Agent протокол)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Сборка Docker-образа и запуск в AI Agents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Интеграция с MCP-сервером из лаб.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EC5"/>
                </a:solidFill>
                <a:latin typeface="Calibri"/>
              </a:defRPr>
            </a:pPr>
            <a:r>
              <a:t>2/13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E676"/>
                </a:solidFill>
                <a:latin typeface="Calibri"/>
              </a:defRPr>
            </a:pPr>
            <a:r>
              <a:t>СЕКЦИЯ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Google ADK: ключевые абстракции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Agent — имя, описание, инструкция, модель, инструменты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Toolset — группа инструментов, включая MCP-подключение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Session Service — управление историей диалога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Runner — цикл исполнения задачи агента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EC5"/>
                </a:solidFill>
                <a:latin typeface="Calibri"/>
              </a:defRPr>
            </a:pPr>
            <a:r>
              <a:t>3/13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E676"/>
                </a:solidFill>
                <a:latin typeface="Calibri"/>
              </a:defRPr>
            </a:pPr>
            <a:r>
              <a:t>СЕКЦИЯ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A2A-протокол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Агент публикует AgentCard (имя, версия, URL, skills)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Обработка задач по HTTP/SSE с JSON-RPC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Поддержка streaming — ответы чанками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Task store — хранение состояния задач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EC5"/>
                </a:solidFill>
                <a:latin typeface="Calibri"/>
              </a:defRPr>
            </a:pPr>
            <a:r>
              <a:t>4/13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E676"/>
                </a:solidFill>
                <a:latin typeface="Calibri"/>
              </a:defRPr>
            </a:pPr>
            <a:r>
              <a:t>СЕКЦИЯ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Запуск и проверка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Локально: LLM_API_KEY=dummy uv run python src/start_a2a.py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Docker: docker compose --profile lab2 up -d --build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Порт хоста: 8002 (внутренний: 10000)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Agent Card: curl http://localhost:8002/.well-known/agent-card.json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Проверка: .\check.ps1 → [OK] Lab 2: ADK A2A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EC5"/>
                </a:solidFill>
                <a:latin typeface="Calibri"/>
              </a:defRPr>
            </a:pPr>
            <a:r>
              <a:t>5/13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E676"/>
                </a:solidFill>
                <a:latin typeface="Calibri"/>
              </a:defRPr>
            </a:pPr>
            <a:r>
              <a:t>СЕКЦИЯ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Запуск в Docker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Сборка образа: docker build -t lab2-adk-agent .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Запуск: docker run -p 8002:10000 с переменными окружения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MCP и Ollama доступны через host.docker.internal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Через Compose (из корня репозитория):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docker compose -f docker-compose.local.yaml --profile lab2 up -d --build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Порт хоста 8002 → внутренний 10000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0" y="1371600"/>
            <a:ext cx="3200400" cy="48006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0" y="1417320"/>
            <a:ext cx="301752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# Сборка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docker build -t lab2-adk-agent .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# Запуск контейнера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docker run --rm -p 8002:10000 \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  -e MCP_URL=http://host.docker.internal:8000/mcp \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  -e LLM_API_BASE=http://host.docker.internal:11434 \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  -e LLM_MODEL=ollama_chat/llama3.2:3b \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  -e LLM_API_KEY=dummy \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  --add-host=host.docker.internal:host-gateway \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  lab2-adk-agent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# Или через Compose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docker compose -f docker-compose.local.yaml \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  --profile lab2 up -d --build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EC5"/>
                </a:solidFill>
                <a:latin typeface="Calibri"/>
              </a:defRPr>
            </a:pPr>
            <a:r>
              <a:t>6/13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E676"/>
                </a:solidFill>
                <a:latin typeface="Calibri"/>
              </a:defRPr>
            </a:pPr>
            <a:r>
              <a:t>СЕКЦИЯ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Развёртывание Ollama на хосте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1. Установить Ollama: https://ollama.com/download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2. Запустить сервис: ollama serve (слушает 127.0.0.1:11434)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3. Скачать модель: ollama pull llama3.2:3b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4. Проверить: ollama list / curl http://localhost:11434/api/tags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Агент в контейнере: LLM_API_BASE=http://host.docker.internal:11434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Формат модели (LiteLLM): ollama_chat/llama3.2:3b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0" y="1371600"/>
            <a:ext cx="3200400" cy="48006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0" y="1417320"/>
            <a:ext cx="301752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# 1. Установить Ollama (Windows/macOS/Linux)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#    https://ollama.com/download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# 2. Запустить сервис (в отдельном терминале)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ollama serve            # 127.0.0.1:11434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# 3. Скачать модель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ollama pull llama3.2:3b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# 4. Проверить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ollama list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curl http://localhost:11434/api/tags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# Агент (лаб. 2): LLM_API_BASE=http://host.docker.internal:11434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#                 LLM_MODEL=ollama_chat/llama3.2:3b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EC5"/>
                </a:solidFill>
                <a:latin typeface="Calibri"/>
              </a:defRPr>
            </a:pPr>
            <a:r>
              <a:t>7/13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E676"/>
                </a:solidFill>
                <a:latin typeface="Calibri"/>
              </a:defRPr>
            </a:pPr>
            <a:r>
              <a:t>СЕКЦИЯ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Развёртывание Ollama в Docker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Изоляция: своя Ollama и модели в отдельном volume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1. Поднять контейнер: docker compose ... up -d ollama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2. Скачать модель ВНУТРЬ контейнера (volume пустой)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3. Проверить: docker exec -it pis-ollama ollama list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Агенты в сети pis-net: http://pis-ollama:11434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⚠️ Порт 11434 конфликтует с хостовой Ollama — остановите её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0" y="1371600"/>
            <a:ext cx="3200400" cy="3840479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0" y="1417320"/>
            <a:ext cx="30175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# 1. Поднять Ollama в контейнере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docker compose -f docker-compose.local.yaml up -d ollama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# 2. Скачать модель внутрь контейнера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docker exec -it pis-ollama ollama pull llama3.2:3b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# 3. Проверить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docker exec -it pis-ollama ollama list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curl http://localhost:11434/api/tags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# Агент (лаб. 2): LLM_API_BASE=http://pis-ollama:11434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#                 LLM_MODEL=ollama_chat/llama3.2:3b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EC5"/>
                </a:solidFill>
                <a:latin typeface="Calibri"/>
              </a:defRPr>
            </a:pPr>
            <a:r>
              <a:t>8/13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E676"/>
                </a:solidFill>
                <a:latin typeface="Calibri"/>
              </a:defRPr>
            </a:pPr>
            <a:r>
              <a:t>СЕКЦИЯ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Сквозная проверка: агент + MCP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0" y="1371600"/>
            <a:ext cx="3200400" cy="5440679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0" y="1417320"/>
            <a:ext cx="3017520" cy="5349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# 1. MCP-сервер (лаб. 1)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docker compose --profile lab1 up -d --build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# 2. ADK-агент (лаб. 2)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docker compose --profile lab2 up -d --build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# 3. Отправить запрос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curl -X POST http://localhost:8002/ \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  -H "Content-Type: application/json" \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  -d '{"jsonrpc":"2.0","id":1,"method":"message/send",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    "params":{"message":{"role":"user","kind":"message",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    "messageId":"msg-1","parts":[{"kind":"text",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    "text":"Сравни аннуитетный и дифференцированный кредиты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    на 500 000 ₽ под 12% на 3 года"}]}}}'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# Ожидаемо: state=completed, агент вызывает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# compare_loan_schedules и возвращает сравнение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EC5"/>
                </a:solidFill>
                <a:latin typeface="Calibri"/>
              </a:defRPr>
            </a:pPr>
            <a:r>
              <a:t>9/13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E676"/>
                </a:solidFill>
                <a:latin typeface="Calibri"/>
              </a:defRPr>
            </a:pPr>
            <a:r>
              <a:t>СЕКЦИЯ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GUI-интерфейс (единый для всех лаб)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Запустить MCP-сервер (лаб. 1) и ADK-агент (лаб. 2)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Запустить GUI: python gui/server.py → http://localhost:8090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Вкладка Lab 2 — ADK Agent: чат с агентом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Ввести сообщение → агент вызывает MCP-инструменты → потоковый ответ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Agent Card загружается автоматически при открытии вкладки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EC5"/>
                </a:solidFill>
                <a:latin typeface="Calibri"/>
              </a:defRPr>
            </a:pPr>
            <a:r>
              <a:t>10/13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E676"/>
                </a:solidFill>
                <a:latin typeface="Calibri"/>
              </a:defRPr>
            </a:pPr>
            <a:r>
              <a:t>СЕКЦИЯ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Ключевые решения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Декларативное определение: AgentCard из переменных окружения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MCP_URL разбивается по запятой → McpToolset для каждого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AgentCapabilities(streaming=True) — обязательно для streaming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CORS middleware — для доступа из браузера (лаб. 10)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Один образ переиспользуется для разных агентов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EC5"/>
                </a:solidFill>
                <a:latin typeface="Calibri"/>
              </a:defRPr>
            </a:pPr>
            <a:r>
              <a:t>11/13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E676"/>
                </a:solidFill>
                <a:latin typeface="Calibri"/>
              </a:defRPr>
            </a:pPr>
            <a:r>
              <a:t>СЕКЦИЯ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Критерии приёмки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✅ Агент запускается локально через start_a2a.py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✅ Ответ приходит по A2A, поддерживается streaming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✅ Dockerfile: все зависимости на этапе сборки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✅ Образ опубликован в Artifact Registry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✅ Агент создан в UI AI Agents и работает в чате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✅ Системный промпт переработан под фин. консультанта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EC5"/>
                </a:solidFill>
                <a:latin typeface="Calibri"/>
              </a:defRPr>
            </a:pPr>
            <a:r>
              <a:t>12/13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СПАСИБО ЗА ВНИМАНИЕ!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0BEC5"/>
                </a:solidFill>
                <a:latin typeface="Calibri"/>
              </a:defRPr>
            </a:pPr>
            <a:r>
              <a:t>Лабораторная работа 2: Агент на Google ADK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E676"/>
                </a:solidFill>
                <a:latin typeface="Calibri"/>
              </a:defRPr>
            </a:pPr>
            <a:r>
              <a:t>Вопросы?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9144000" cy="73152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